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DEVELOPER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Teller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968"/>
            <a:ext cx="9509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B656B"/>
                </a:solidFill>
                <a:latin typeface="Aptos"/>
              </a:defRPr>
            </a:pPr>
            <a:r>
              <a:t>Traceable financial Q&amp;A agents, starting with SEC filings.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79776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Self-hosted Python package and CLI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XBRL-backed answers for supported SEC metrics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Local traces for every run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Built for developers to inspect, extend, and build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Financial Q&amp;A agents are hard to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Answers often lack verifiable grounding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Provider failures look like product failures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Segment, period, and unit mistakes are easy to miss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Teams need a way to debug and extend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A financial reasoning dev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teller-agent package and teller CLI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SEC downloader and local corpus format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Result object: answer, abstention, XBRL validation, latency, trace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Installable agent skill for Codex, Claude Code, Hermes, and similar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SEC-first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Download a 10-K or 10-Q from EDGAR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Parse local inline XBRL facts offline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Answer supported consolidated metrics directly from tagged facts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Abstain on segment, product, and geography questions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Use LLM fallback where deterministic paths do not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Why XBRL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Company-reported facts are available locally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Units, periods, concepts, and contexts can be inspected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Supported answers can be cross-checked or produced directly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Disagreements and abstentions become explicit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RECENT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C2226"/>
                </a:solidFill>
                <a:latin typeface="Aptos Display"/>
              </a:defRPr>
            </a:pPr>
            <a:r>
              <a:t>From prototype to useful developer substrate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SEC consolidated metrics now run in seconds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Multi-period answers are stable: YEAR: value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Segment questions abstain deterministically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Provider failures are classified and retried once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Every run has local trace diagnostics by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DEVELOPER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The happy path is short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029968"/>
            <a:ext cx="10241280" cy="1600200"/>
          </a:xfrm>
          <a:prstGeom prst="roundRect">
            <a:avLst/>
          </a:prstGeom>
          <a:solidFill>
            <a:srgbClr val="E6EAE5"/>
          </a:solidFill>
          <a:ln>
            <a:solidFill>
              <a:srgbClr val="CDD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31136"/>
            <a:ext cx="9738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226"/>
                </a:solidFill>
                <a:latin typeface="Menlo"/>
              </a:defRPr>
            </a:pPr>
            <a:r>
              <a:t>pip install teller-agent</a:t>
            </a:r>
            <a:br/>
            <a:r>
              <a:t>teller doctor</a:t>
            </a:r>
            <a:br/>
            <a:r>
              <a:t>teller download-sec AAPL --latest 10-K</a:t>
            </a:r>
            <a:br/>
            <a:r>
              <a:t>teller ask --domain sec_filings --corpus ./sec_data/AAPL \</a:t>
            </a:r>
            <a:br/>
            <a:r>
              <a:t>  "What was Apple's revenue in fiscal year 2025?"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04487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The answer includes a trace path and XBRL validation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EXTENSIBILITY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What users can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Filing analysis workflows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Analyst notebooks and dashboards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Agent skills for finance teams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New XBRL concept families and SEC question types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Provider/model comparisons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Support bundles and observability for financial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Honest limits for 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SEC-first, not universal financial Q&amp;A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Fast path covers mapped consolidated metrics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Treasury/general corpus Q&amp;A remains experimental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cost_usd is not real billing telemetry</a:t>
            </a:r>
          </a:p>
          <a:p>
            <a:pPr>
              <a:spcAft>
                <a:spcPts val="1000"/>
              </a:spcAft>
              <a:defRPr sz="1700">
                <a:solidFill>
                  <a:srgbClr val="1C2226"/>
                </a:solidFill>
                <a:latin typeface="Aptos"/>
              </a:defRPr>
            </a:pPr>
            <a:r>
              <a:t>No hosted API in this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5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442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B656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D5F59"/>
                </a:solidFill>
                <a:latin typeface="Aptos"/>
              </a:defRPr>
            </a:pPr>
            <a:r>
              <a:t>LAUNCH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226"/>
                </a:solidFill>
                <a:latin typeface="Aptos Display"/>
              </a:defRPr>
            </a:pPr>
            <a:r>
              <a:t>Public developer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968"/>
            <a:ext cx="9509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B656B"/>
                </a:solidFill>
                <a:latin typeface="Aptos"/>
              </a:defRPr>
            </a:pPr>
            <a:r>
              <a:t>Thesis: financial agents become useful when they can prove, abstain, and leave a trace.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79776"/>
            <a:ext cx="102870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Open the repo and package for builders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Lead with SEC/XBRL traceability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Invite contributions around coverage, adapters, and telemetry</a:t>
            </a:r>
          </a:p>
          <a:p>
            <a:pPr>
              <a:spcAft>
                <a:spcPts val="1000"/>
              </a:spcAft>
              <a:defRPr sz="2000">
                <a:solidFill>
                  <a:srgbClr val="1C2226"/>
                </a:solidFill>
                <a:latin typeface="Aptos"/>
              </a:defRPr>
            </a:pPr>
            <a:r>
              <a:t>Use the dev kit to learn which workflows deserve a hosted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56B"/>
                </a:solidFill>
                <a:latin typeface="Aptos"/>
              </a:defRPr>
            </a:pPr>
            <a:r>
              <a:t>Teller dev kit | public developer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